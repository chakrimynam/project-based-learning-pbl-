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Nunito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D63B20-803E-49B5-9DEE-19C0F817EC18}">
  <a:tblStyle styleId="{A5D63B20-803E-49B5-9DEE-19C0F817EC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941eb67d6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941eb67d6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941eb67d6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941eb67d6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941eb67d6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941eb67d6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941eb67d6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0941eb67d6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0941eb67d6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0941eb67d6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941eb67d6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0941eb67d6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0941eb67d6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0941eb67d6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941eb67d6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0941eb67d6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941eb67d6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941eb67d6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941eb67d6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0941eb67d6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0941eb67d6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0941eb67d6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09a8afd3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09a8afd3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000FF"/>
                </a:solidFill>
              </a:rPr>
              <a:t>               Project-8</a:t>
            </a:r>
            <a:endParaRPr sz="3900">
              <a:solidFill>
                <a:srgbClr val="0000FF"/>
              </a:solidFill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CDCFE"/>
                </a:solidFill>
              </a:rPr>
              <a:t>Group 4</a:t>
            </a:r>
            <a:endParaRPr sz="2400">
              <a:solidFill>
                <a:srgbClr val="9CDCFE"/>
              </a:solidFill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176425" y="2019150"/>
            <a:ext cx="612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</a:rPr>
              <a:t>                           Introduction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819150" y="19801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Project is about  normalizing and applying preprocessing techniques on given dataset(the minimum daily temperatures over 10 years (1981-1990) in the city Melbourne, Australia)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893575" y="15444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import pandas as pd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df=pd.read_csv('daily-min-temperatures.csv')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df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775775" y="871425"/>
            <a:ext cx="6121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                                                   </a:t>
            </a:r>
            <a:r>
              <a:rPr lang="en" sz="2000" b="1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  Loading of datset</a:t>
            </a:r>
            <a:endParaRPr sz="2000" b="1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734150" y="579925"/>
            <a:ext cx="75057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Printing data in Data set using df.head()</a:t>
            </a:r>
            <a:endParaRPr/>
          </a:p>
        </p:txBody>
      </p:sp>
      <p:graphicFrame>
        <p:nvGraphicFramePr>
          <p:cNvPr id="148" name="Google Shape;148;p16"/>
          <p:cNvGraphicFramePr/>
          <p:nvPr/>
        </p:nvGraphicFramePr>
        <p:xfrm>
          <a:off x="952500" y="16299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{A5D63B20-803E-49B5-9DEE-19C0F817EC18}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Date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Temp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0</a:t>
                      </a:r>
                      <a:endParaRPr sz="105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1981-01-01</a:t>
                      </a:r>
                      <a:endParaRPr sz="105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20.7</a:t>
                      </a:r>
                      <a:endParaRPr sz="105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</a:t>
                      </a:r>
                      <a:endParaRPr sz="105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1981-01-02</a:t>
                      </a:r>
                      <a:endParaRPr sz="105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17.9</a:t>
                      </a:r>
                      <a:endParaRPr sz="105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2</a:t>
                      </a:r>
                      <a:endParaRPr sz="105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1981-01-03</a:t>
                      </a:r>
                      <a:endParaRPr sz="105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18.8</a:t>
                      </a:r>
                      <a:endParaRPr sz="105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3</a:t>
                      </a:r>
                      <a:endParaRPr sz="105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1981-01-04</a:t>
                      </a:r>
                      <a:endParaRPr sz="105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14.6</a:t>
                      </a:r>
                      <a:endParaRPr sz="105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8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4</a:t>
                      </a:r>
                      <a:endParaRPr sz="105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1981-01-05</a:t>
                      </a:r>
                      <a:endParaRPr sz="105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15.8</a:t>
                      </a:r>
                      <a:endParaRPr sz="1050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of data using .info(),.describe()</a:t>
            </a:r>
            <a:endParaRPr b="1"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df.info()</a:t>
            </a:r>
            <a:endParaRPr sz="1600"/>
          </a:p>
        </p:txBody>
      </p:sp>
      <p:sp>
        <p:nvSpPr>
          <p:cNvPr id="155" name="Google Shape;155;p17"/>
          <p:cNvSpPr txBox="1"/>
          <p:nvPr/>
        </p:nvSpPr>
        <p:spPr>
          <a:xfrm>
            <a:off x="733275" y="2476125"/>
            <a:ext cx="6121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u="sng">
                <a:solidFill>
                  <a:srgbClr val="A4C2F4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i="1" u="sng">
              <a:solidFill>
                <a:srgbClr val="A4C2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&lt;class 'pandas.core.frame.DataFrame'&gt;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RangeIndex: 3650 entries, 0 to 3649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Data columns (total 2 columns):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#   Column  Non-Null Count  Dtype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---  ------  --------------  ----- 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0   Date    3650 non-null   object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1   Temp    3650 non-null   float64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dtypes: float64(1), object(1)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memory usage: 57.2+ KB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Google Shape;160;p18"/>
          <p:cNvGraphicFramePr/>
          <p:nvPr/>
        </p:nvGraphicFramePr>
        <p:xfrm>
          <a:off x="761225" y="130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{A5D63B20-803E-49B5-9DEE-19C0F817EC18}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Temp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count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3650.000000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mean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11.177753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std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4.071837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min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0.000000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25%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8.300000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50%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11.000000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75%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14.000000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max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26.300000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1" name="Google Shape;161;p18"/>
          <p:cNvSpPr txBox="1"/>
          <p:nvPr/>
        </p:nvSpPr>
        <p:spPr>
          <a:xfrm>
            <a:off x="1016275" y="680125"/>
            <a:ext cx="612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df.describe()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data for normalization</a:t>
            </a:r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values = df["Temp"].values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values = values.reshape((len(values), 1))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the normalization</a:t>
            </a:r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7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import numpy as np 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import pandas as pd 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from sklearn.preprocessing import MinMaxScaler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scaler = MinMaxScaler(feature_range=(0, 1))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scaler = scaler.fit(values)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print('Min: %f, Max: %f' % (scaler.data_min_, scaler.data_max_))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Output : Min: 0.000000, Max: 26.300000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Normalize the dataset and print the first 5 rows</a:t>
            </a:r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1"/>
          </p:nvPr>
        </p:nvSpPr>
        <p:spPr>
          <a:xfrm>
            <a:off x="479075" y="1555025"/>
            <a:ext cx="7505700" cy="23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normalized = scaler.transform(values)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df1=pd.DataFrame(normalized)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df1.head()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22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{A5D63B20-803E-49B5-9DEE-19C0F817EC18}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0.787072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1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0.680608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2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0.714829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3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0.555133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4</a:t>
                      </a:r>
                      <a:endParaRPr sz="1050" b="1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/>
                        <a:t>0.600760</a:t>
                      </a:r>
                      <a:endParaRPr sz="105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" name="Google Shape;185;p22"/>
          <p:cNvSpPr txBox="1"/>
          <p:nvPr/>
        </p:nvSpPr>
        <p:spPr>
          <a:xfrm>
            <a:off x="952500" y="827225"/>
            <a:ext cx="610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output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Plotting the data</a:t>
            </a:r>
            <a:endParaRPr/>
          </a:p>
        </p:txBody>
      </p:sp>
      <p:sp>
        <p:nvSpPr>
          <p:cNvPr id="191" name="Google Shape;191;p2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plt.plot(df["Date"],df["Temp"])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plt.xlabel("Date")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plt.ylabel("Temp")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plt.title("Daily min Temperatures")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plt.show()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225" y="1350775"/>
            <a:ext cx="4672950" cy="32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>
            <a:spLocks noGrp="1"/>
          </p:cNvSpPr>
          <p:nvPr>
            <p:ph type="title"/>
          </p:nvPr>
        </p:nvSpPr>
        <p:spPr>
          <a:xfrm>
            <a:off x="415350" y="17170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</a:t>
            </a:r>
            <a:r>
              <a:rPr lang="en" sz="5000" b="1"/>
              <a:t>THANK YOU</a:t>
            </a:r>
            <a:endParaRPr sz="5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Office PowerPoint</Application>
  <PresentationFormat>On-screen Show (16:9)</PresentationFormat>
  <Paragraphs>91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Nunito</vt:lpstr>
      <vt:lpstr>Arial</vt:lpstr>
      <vt:lpstr>Courier New</vt:lpstr>
      <vt:lpstr>Shift</vt:lpstr>
      <vt:lpstr>               Project-8</vt:lpstr>
      <vt:lpstr>                           Introduction</vt:lpstr>
      <vt:lpstr>PowerPoint Presentation</vt:lpstr>
      <vt:lpstr>Printing data in Data set using df.head()</vt:lpstr>
      <vt:lpstr>Preprocessing of data using .info(),.describe()</vt:lpstr>
      <vt:lpstr>PowerPoint Presentation</vt:lpstr>
      <vt:lpstr>Prepare data for normalization</vt:lpstr>
      <vt:lpstr>Train the normalization</vt:lpstr>
      <vt:lpstr>Normalize the dataset and print the first 5 rows</vt:lpstr>
      <vt:lpstr>PowerPoint Presentation</vt:lpstr>
      <vt:lpstr>Plotting the data</vt:lpstr>
      <vt:lpstr>PowerPoint Presentation</vt:lpstr>
      <vt:lpstr>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Project-8</dc:title>
  <dc:creator>chakradhar mynam</dc:creator>
  <cp:lastModifiedBy>chakradhar mynam</cp:lastModifiedBy>
  <cp:revision>2</cp:revision>
  <dcterms:modified xsi:type="dcterms:W3CDTF">2021-12-31T11:44:30Z</dcterms:modified>
</cp:coreProperties>
</file>